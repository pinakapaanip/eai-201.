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03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D0F1-2B0C-D8BD-F7F2-717FC5BEC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CB9CF-25F4-43F2-2B30-12067765B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B681-10C3-E4E5-95C7-505C76D1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6A32-157C-95DC-F6D4-1023462E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7937-2239-7C9F-3A73-63E2395C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46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67DC-D54C-4225-D504-8D50B816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18569-9A67-69F3-0A5F-A745F654E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05E85-CA42-7F9A-C709-0D38C9D7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0A3D6-450E-F215-418A-FEF45DD8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A44FB-7726-F893-26D7-92DC1885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01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E504-AD4F-224A-C480-C8318194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B399A-8C16-EBA2-74E0-383F6848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9D1FB-45D0-00C3-5BDB-591CF6DD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C193-FB4B-87E1-2838-AA2A5E9A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BDD7-661A-4412-97C1-48528CC0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43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44EA-0DE4-63F5-EE4B-4FBB9F09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F1F5-0CF0-6944-1EE7-201388B72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052BF-A0AB-BAB8-1B6F-0EF8FB5F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CE135-7B46-EF0F-2D7E-F032E202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FE570-B5C5-D354-0854-4B444A0F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B9BC5-9CAF-706A-DAD2-06776708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0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EF7B-7C12-51B0-F7A7-89E84737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75E42-8A6F-7540-AB6D-F45C6C625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CD4CD-F469-E959-3DE6-B7A43A5D8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0076E-C2EF-E91A-BA94-57F07A93E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22083-5DE6-C093-CC39-3BE45946D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3BF3C-75E8-F66B-2556-22977E27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C00AC-C15F-9D9C-E3CF-7F3BEDE72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ED225-08D0-CCEF-91D4-71E45FA5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2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526C-531F-6D79-9921-B14F687E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38DB9-096F-1E36-CACB-17421B11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AD866-31B4-CD80-9FFA-202AF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F79FE-EDB8-688E-387E-59B16C10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33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83EDD-3FD5-9AA3-C2D6-41203872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F3046-B46A-1A68-19D8-09D3CC8A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1FF-A009-A50F-C34C-12B22D51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26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3A53-6842-A2C9-1021-7BE7ABBD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6303-96A5-64DA-7F3B-D34FB75B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8BEE3-F1EA-95DF-7D33-7CE1F8DCB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267E1-0A61-F98C-8313-12FA7B03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05691-6018-D046-17C7-6C05321C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24FAD-0244-84F1-F3D8-6F2DEE57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6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6DBD-E2C5-3E81-7E13-CE6B14DF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13A74-FC7B-94FD-ACA4-0F1C6063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11326-EB43-E219-293E-29ED7B2C5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19F9-D996-1A0B-8236-431CCC35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6DABB-ADFC-6B95-8D2F-DAD6B28F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8281C-B685-08FB-A73F-EA8D3F46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1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FA5C-A6BA-9609-666B-7A72589E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24344-0EB3-828D-3B1A-D27487C2C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E4596-AC68-4EFD-BD27-FCAF29C2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200C6-E8BC-C880-2512-0ABE3DDE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CC6BA-D773-B700-385A-255712EE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7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84C7C-C85A-3024-0BE5-EF4906BAE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77F92-FEF9-4F06-2ABC-91D1F47B9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620A-E00F-AC61-4FBA-F62F60E0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EC582-9403-CAF4-8D01-A12EDDF9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7F16-D1FC-08D1-023F-46BE2B2E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94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27EE25-31F8-D8E1-C8D9-D69542A1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FCE3D-4625-A91F-28B6-63CE85455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3DBE-40EA-ED49-B369-B08651BD5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E65F2-520B-4379-BBF4-7A03C47D15C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94D74-FD91-4E2D-C16A-60A8C9462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2CAE-A7BB-E9D5-68F9-4A4F89C08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0D607-6E32-46B1-8EED-02EFA7E15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12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3F9E0C-71E0-CC71-20BF-C1B7D3AC4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E5782-0681-30FB-DD2A-D860D73F7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94" y="1333464"/>
            <a:ext cx="10202611" cy="525534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F85DC1F-6C25-5FD8-3F2F-3B2ECA2D96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57736" y="445883"/>
            <a:ext cx="7676525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1" i="0" u="sng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Campus Chatbot for Chanakya University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62491-5CA7-E7EB-CEFE-F2439744F2EA}"/>
              </a:ext>
            </a:extLst>
          </p:cNvPr>
          <p:cNvSpPr txBox="1"/>
          <p:nvPr/>
        </p:nvSpPr>
        <p:spPr>
          <a:xfrm>
            <a:off x="39329" y="1770037"/>
            <a:ext cx="82197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>
                <a:latin typeface="Berlin Sans FB" panose="020E0602020502020306" pitchFamily="34" charset="0"/>
              </a:rPr>
              <a:t>                      Provides campus info, directions, and FAQs </a:t>
            </a:r>
            <a:r>
              <a:rPr lang="en-US" dirty="0" err="1">
                <a:latin typeface="Berlin Sans FB" panose="020E0602020502020306" pitchFamily="34" charset="0"/>
              </a:rPr>
              <a:t>viachat</a:t>
            </a:r>
            <a:r>
              <a:rPr lang="en-US" dirty="0">
                <a:latin typeface="Berlin Sans FB" panose="020E0602020502020306" pitchFamily="34" charset="0"/>
              </a:rPr>
              <a:t>.</a:t>
            </a:r>
          </a:p>
          <a:p>
            <a:r>
              <a:rPr lang="en-US" dirty="0">
                <a:latin typeface="Berlin Sans FB" panose="020E0602020502020306" pitchFamily="34" charset="0"/>
              </a:rPr>
              <a:t>                     Built with Python, PyQt5, SQLite, and Leaflet maps.</a:t>
            </a:r>
            <a:endParaRPr lang="en-IN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7D065-C9B8-281C-A2E3-A6AAF648CFA4}"/>
              </a:ext>
            </a:extLst>
          </p:cNvPr>
          <p:cNvSpPr txBox="1"/>
          <p:nvPr/>
        </p:nvSpPr>
        <p:spPr>
          <a:xfrm>
            <a:off x="5673212" y="6074853"/>
            <a:ext cx="821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Which also shows the maps of path from blocks to blocks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47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9BFE-CC56-D864-F7F3-4118BE3F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 &amp;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B1555-9F0E-F72C-0546-EDF755CA7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553498"/>
            <a:ext cx="6506497" cy="268420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Problem:</a:t>
            </a:r>
            <a:r>
              <a:rPr lang="en-IN" dirty="0"/>
              <a:t> Difficulties navigating campus &amp; accessing info quickly for </a:t>
            </a:r>
            <a:r>
              <a:rPr lang="en-IN" dirty="0" err="1"/>
              <a:t>vistors</a:t>
            </a:r>
            <a:r>
              <a:rPr lang="en-IN" dirty="0"/>
              <a:t> and freshers.</a:t>
            </a:r>
          </a:p>
          <a:p>
            <a:r>
              <a:rPr lang="en-IN" b="1" dirty="0"/>
              <a:t>Objectives:</a:t>
            </a:r>
            <a:br>
              <a:rPr lang="en-IN" dirty="0"/>
            </a:br>
            <a:r>
              <a:rPr lang="en-IN" dirty="0"/>
              <a:t> &gt;Interactive chatbot for campus guidance</a:t>
            </a:r>
            <a:br>
              <a:rPr lang="en-IN" dirty="0"/>
            </a:br>
            <a:r>
              <a:rPr lang="en-IN" dirty="0"/>
              <a:t> &gt;Answers FAQs and shows directions</a:t>
            </a:r>
            <a:br>
              <a:rPr lang="en-IN" dirty="0"/>
            </a:br>
            <a:r>
              <a:rPr lang="en-IN" dirty="0"/>
              <a:t> &gt;User-friendly interface</a:t>
            </a:r>
          </a:p>
          <a:p>
            <a:endParaRPr lang="en-IN" dirty="0"/>
          </a:p>
        </p:txBody>
      </p:sp>
      <p:pic>
        <p:nvPicPr>
          <p:cNvPr id="2050" name="Picture 2" descr="AI Chatbot PowerPoint Presentation Template &amp; Google Slides">
            <a:extLst>
              <a:ext uri="{FF2B5EF4-FFF2-40B4-BE49-F238E27FC236}">
                <a16:creationId xmlns:a16="http://schemas.microsoft.com/office/drawing/2014/main" id="{9943434F-B66E-3464-71B5-56E19766A4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8" r="50476"/>
          <a:stretch>
            <a:fillRect/>
          </a:stretch>
        </p:blipFill>
        <p:spPr bwMode="auto">
          <a:xfrm>
            <a:off x="7290615" y="1282676"/>
            <a:ext cx="4901385" cy="557532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89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88A2-E92D-EED5-6019-27286D57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Tools &amp; Technologies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DFFC4-5D02-AAE6-9D6C-4292D820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019" y="4455754"/>
            <a:ext cx="8109155" cy="240224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Python 3, PyQt5 for UI</a:t>
            </a:r>
          </a:p>
          <a:p>
            <a:pPr marL="0" indent="0">
              <a:buNone/>
            </a:pPr>
            <a:r>
              <a:rPr lang="en-IN" dirty="0"/>
              <a:t>SQLite for data storage</a:t>
            </a:r>
          </a:p>
          <a:p>
            <a:pPr marL="0" indent="0">
              <a:buNone/>
            </a:pPr>
            <a:r>
              <a:rPr lang="en-IN" dirty="0"/>
              <a:t>Leaflet.js (via </a:t>
            </a:r>
            <a:r>
              <a:rPr lang="en-IN" dirty="0" err="1"/>
              <a:t>QWebEngineView</a:t>
            </a:r>
            <a:r>
              <a:rPr lang="en-IN" dirty="0"/>
              <a:t>) for map visualization</a:t>
            </a:r>
          </a:p>
          <a:p>
            <a:pPr marL="0" indent="0">
              <a:buNone/>
            </a:pPr>
            <a:r>
              <a:rPr lang="en-IN" dirty="0"/>
              <a:t>Libraries: </a:t>
            </a:r>
            <a:r>
              <a:rPr lang="en-IN" dirty="0" err="1"/>
              <a:t>difflib</a:t>
            </a:r>
            <a:r>
              <a:rPr lang="en-IN" dirty="0"/>
              <a:t> (autocorrect), deque (pathfinding)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 descr="Embedding a Leaflet map in a Qt application">
            <a:extLst>
              <a:ext uri="{FF2B5EF4-FFF2-40B4-BE49-F238E27FC236}">
                <a16:creationId xmlns:a16="http://schemas.microsoft.com/office/drawing/2014/main" id="{B283F176-B36A-A64C-74C1-6CB1DD440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" t="5735" r="1044" b="-7618"/>
          <a:stretch>
            <a:fillRect/>
          </a:stretch>
        </p:blipFill>
        <p:spPr bwMode="auto">
          <a:xfrm>
            <a:off x="521111" y="1529708"/>
            <a:ext cx="4332710" cy="292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ta Driven Maps With Python Folium &amp; Leaflet.js">
            <a:extLst>
              <a:ext uri="{FF2B5EF4-FFF2-40B4-BE49-F238E27FC236}">
                <a16:creationId xmlns:a16="http://schemas.microsoft.com/office/drawing/2014/main" id="{A9542992-5F65-010D-715C-4571F229C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12" b="22306"/>
          <a:stretch>
            <a:fillRect/>
          </a:stretch>
        </p:blipFill>
        <p:spPr bwMode="auto">
          <a:xfrm>
            <a:off x="5381321" y="1690688"/>
            <a:ext cx="6214352" cy="204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88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C66B-54AF-53B6-9493-61CA6EF1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A99C0-5720-8367-D093-78B08AA59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User interacts with UI → Backend processes queries</a:t>
            </a:r>
          </a:p>
          <a:p>
            <a:r>
              <a:rPr lang="en-IN" dirty="0"/>
              <a:t>Database stores campus info</a:t>
            </a:r>
          </a:p>
          <a:p>
            <a:r>
              <a:rPr lang="en-IN" dirty="0"/>
              <a:t>Navigation module finds shortest path</a:t>
            </a:r>
          </a:p>
          <a:p>
            <a:r>
              <a:rPr lang="en-IN" dirty="0"/>
              <a:t>Map rendered in embedded web view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5C39EF-D3E6-DB04-406C-9F70450F1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39234"/>
            <a:ext cx="114371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→ Backend → Database → Map rendering• Embedded interactive map with route visualization</a:t>
            </a:r>
          </a:p>
        </p:txBody>
      </p:sp>
      <p:pic>
        <p:nvPicPr>
          <p:cNvPr id="21" name="Content Placeholder 8">
            <a:extLst>
              <a:ext uri="{FF2B5EF4-FFF2-40B4-BE49-F238E27FC236}">
                <a16:creationId xmlns:a16="http://schemas.microsoft.com/office/drawing/2014/main" id="{16FCB986-E1EC-F62C-9801-5280295CF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941" y="3989662"/>
            <a:ext cx="3093024" cy="28683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A141B6-E252-290B-5266-D96C89A8C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198" y="3989662"/>
            <a:ext cx="3271995" cy="279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5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0215D7-5A1C-86D1-7820-DEDC882B2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9588"/>
            <a:ext cx="5410955" cy="24768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8D4A66-D971-9EF0-8AFC-550831EC3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87" y="1895879"/>
            <a:ext cx="3116381" cy="26725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95D0AC-7EE6-3407-06D3-D103E42C0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61" y="3034549"/>
            <a:ext cx="2319141" cy="3476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962EC3-24AF-B28F-0E46-6D258480D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96" y="3047089"/>
            <a:ext cx="3823368" cy="34641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CA4456-CA82-8114-42E1-3B9410C04D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238" y="4748240"/>
            <a:ext cx="2853731" cy="1403990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AE0614C8-D491-DF8B-4842-56A42B1C1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29400" y="515707"/>
            <a:ext cx="5562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 modeled as a graph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BFS finds shortest path between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visualizes route and markers via Leaflet.js inside PyQt5</a:t>
            </a:r>
          </a:p>
        </p:txBody>
      </p:sp>
    </p:spTree>
    <p:extLst>
      <p:ext uri="{BB962C8B-B14F-4D97-AF65-F5344CB8AC3E}">
        <p14:creationId xmlns:p14="http://schemas.microsoft.com/office/powerpoint/2010/main" val="154938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F2D0-673D-FC07-379D-57AC9759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81" y="547294"/>
            <a:ext cx="4548735" cy="2069960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Arial Rounded MT Bold" panose="020F0704030504030204" pitchFamily="34" charset="0"/>
              </a:rPr>
              <a:t>Text-based chatbot interface</a:t>
            </a:r>
            <a:br>
              <a:rPr lang="en-US" altLang="en-US" sz="2000" dirty="0">
                <a:latin typeface="Arial Rounded MT Bold" panose="020F0704030504030204" pitchFamily="34" charset="0"/>
              </a:rPr>
            </a:br>
            <a:r>
              <a:rPr lang="en-US" altLang="en-US" sz="2000" dirty="0">
                <a:latin typeface="Arial Rounded MT Bold" panose="020F0704030504030204" pitchFamily="34" charset="0"/>
              </a:rPr>
              <a:t>Autocorrect for user input</a:t>
            </a:r>
            <a:br>
              <a:rPr lang="en-US" altLang="en-US" sz="2000" dirty="0">
                <a:latin typeface="Arial Rounded MT Bold" panose="020F0704030504030204" pitchFamily="34" charset="0"/>
              </a:rPr>
            </a:br>
            <a:r>
              <a:rPr lang="en-US" altLang="en-US" sz="2000" dirty="0">
                <a:latin typeface="Arial Rounded MT Bold" panose="020F0704030504030204" pitchFamily="34" charset="0"/>
              </a:rPr>
              <a:t>Answers location &amp; FAQ queries</a:t>
            </a:r>
            <a:br>
              <a:rPr lang="en-US" altLang="en-US" sz="2000" dirty="0">
                <a:latin typeface="Arial Rounded MT Bold" panose="020F0704030504030204" pitchFamily="34" charset="0"/>
              </a:rPr>
            </a:br>
            <a:r>
              <a:rPr lang="en-US" altLang="en-US" sz="2000" dirty="0">
                <a:latin typeface="Arial Rounded MT Bold" panose="020F0704030504030204" pitchFamily="34" charset="0"/>
              </a:rPr>
              <a:t>Campus pathfinding using BFS</a:t>
            </a:r>
            <a:br>
              <a:rPr lang="en-US" altLang="en-US" sz="2000" dirty="0">
                <a:latin typeface="Arial Rounded MT Bold" panose="020F0704030504030204" pitchFamily="34" charset="0"/>
              </a:rPr>
            </a:br>
            <a:r>
              <a:rPr lang="en-US" altLang="en-US" sz="2000" dirty="0">
                <a:latin typeface="Arial Rounded MT Bold" panose="020F0704030504030204" pitchFamily="34" charset="0"/>
              </a:rPr>
              <a:t>Interactive campus map display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80EAB7-31A7-7CD5-44E7-4A1016693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17254"/>
            <a:ext cx="160044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chatbot prototype with navigation &amp; FAQ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campus navigation and info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for AI/NLP improvements and mobile app integration</a:t>
            </a:r>
          </a:p>
        </p:txBody>
      </p:sp>
      <p:pic>
        <p:nvPicPr>
          <p:cNvPr id="5124" name="Picture 4" descr="How To Make An AI Chatbot | Essential Guide To Creating A Chatbot">
            <a:extLst>
              <a:ext uri="{FF2B5EF4-FFF2-40B4-BE49-F238E27FC236}">
                <a16:creationId xmlns:a16="http://schemas.microsoft.com/office/drawing/2014/main" id="{C3A2C979-BCAD-C3FA-D2E7-1D234D282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539" y="1364917"/>
            <a:ext cx="4759941" cy="32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Thank You Images – Browse 2,125,943 Stock Photos, Vectors, and Video |  Adobe Stock">
            <a:extLst>
              <a:ext uri="{FF2B5EF4-FFF2-40B4-BE49-F238E27FC236}">
                <a16:creationId xmlns:a16="http://schemas.microsoft.com/office/drawing/2014/main" id="{354FD560-C461-EF2E-B0AF-38E45C2AB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346" y="4792921"/>
            <a:ext cx="4759941" cy="174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499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Arial Rounded MT Bold</vt:lpstr>
      <vt:lpstr>Berlin Sans FB</vt:lpstr>
      <vt:lpstr>Calibri</vt:lpstr>
      <vt:lpstr>Calibri Light</vt:lpstr>
      <vt:lpstr>Office Theme</vt:lpstr>
      <vt:lpstr>Campus Chatbot for Chanakya University      </vt:lpstr>
      <vt:lpstr>Problem Statement &amp; Objectives </vt:lpstr>
      <vt:lpstr> Tools &amp; Technologies </vt:lpstr>
      <vt:lpstr>System Architecture </vt:lpstr>
      <vt:lpstr>Campus modeled as a graph  BFS finds shortest path between locations Map visualizes route and markers via Leaflet.js inside PyQt5</vt:lpstr>
      <vt:lpstr>Text-based chatbot interface Autocorrect for user input Answers location &amp; FAQ queries Campus pathfinding using BFS Interactive campus map display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bhargava raja</dc:creator>
  <cp:lastModifiedBy>bhargava raja</cp:lastModifiedBy>
  <cp:revision>1</cp:revision>
  <dcterms:created xsi:type="dcterms:W3CDTF">2025-09-22T11:01:21Z</dcterms:created>
  <dcterms:modified xsi:type="dcterms:W3CDTF">2025-09-22T11:02:16Z</dcterms:modified>
</cp:coreProperties>
</file>