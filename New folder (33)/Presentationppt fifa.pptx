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2918372-83CC-41BF-97AE-C82F3D38CB25}">
          <p14:sldIdLst>
            <p14:sldId id="256"/>
          </p14:sldIdLst>
        </p14:section>
        <p14:section name="Untitled Section" id="{174F9AFF-79D6-4019-9D9C-1BAC7E2DD75B}">
          <p14:sldIdLst>
            <p14:sldId id="258"/>
            <p14:sldId id="259"/>
            <p14:sldId id="260"/>
            <p14:sldId id="262"/>
            <p14:sldId id="261"/>
            <p14:sldId id="26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4514E-E7E2-28BE-393F-7C959AC799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29C7F8-EFD3-AB67-558C-FC7DF27191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9290B-47A2-34E0-C79C-9A89BB4D7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DF239-3FC3-416E-B12D-9B8A601CDA3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8F75F-3850-B80A-C344-AEFDD1968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1FFAD-20A6-D430-25CD-1F5200527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6DDCA-EEC7-43FF-BAA2-A6E4F5D73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0136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90D67-7E72-5DE1-4CD1-268714388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8F9BB-B4D3-D8E1-76C1-AAE02C100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371DC-DC4F-E3DA-A5C5-B3F43DED4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DF239-3FC3-416E-B12D-9B8A601CDA3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06CF5-97BB-9546-1545-225996B13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55064-B6FB-A16C-BA88-0B0C43192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6DDCA-EEC7-43FF-BAA2-A6E4F5D73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2972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7E409-41D4-AB6D-50F1-69F9DE0FF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689E9-0807-EF1E-B77F-8318DC39F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290C8-4D1B-B312-1B58-D24E78C22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DF239-3FC3-416E-B12D-9B8A601CDA3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2729E-4759-084B-3FDE-1D8A6700A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11048-D93A-2AED-1D63-E416CB15A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6DDCA-EEC7-43FF-BAA2-A6E4F5D73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300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1D001-3A05-90C1-4864-139009243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0F5BA-CEE8-DC7C-D000-90CCABBF72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F93701-75B0-D213-2A3E-5AB22E73D1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B07FCB-3977-DA6A-3901-7D928060D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DF239-3FC3-416E-B12D-9B8A601CDA3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FEC659-554B-88D6-C80B-E608FEBC6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0AFFF8-A70D-3003-13D7-1D7583FCF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6DDCA-EEC7-43FF-BAA2-A6E4F5D73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048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D197A-08AB-F8ED-4D9A-05597F438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DC44A7-AE9B-6DBB-E774-7AB6AE70D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49599C-DB81-B510-3C34-86612CA07B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0EECEE-3D01-42DF-C3EA-55988AA50E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915285-E8A0-7AAD-D537-24BF783E56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73533-3242-2198-0CB9-88C0F5273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DF239-3FC3-416E-B12D-9B8A601CDA3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193BE9-1AE9-05BE-4349-11FF659F7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F6CB3E-DC6F-B542-F92D-8D1A80FEF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6DDCA-EEC7-43FF-BAA2-A6E4F5D73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8752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62470-FB32-C4ED-EEC5-A484F87EE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90175A-5CAB-C90F-118C-BEAA8C41A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DF239-3FC3-416E-B12D-9B8A601CDA3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AD19E0-02F7-7D09-5B64-EDD786D30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1A0E41-83E9-37FB-58B2-E4BEF1713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6DDCA-EEC7-43FF-BAA2-A6E4F5D73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47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2027D4-7D0D-E872-7147-410EE3947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DF239-3FC3-416E-B12D-9B8A601CDA3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5C5149-5885-5D43-F544-2EF02ED34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23DA1-3880-8AB4-5AD3-0D8E6C41C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6DDCA-EEC7-43FF-BAA2-A6E4F5D73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387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4A156-3FB9-0097-A612-08B52F5DC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7658D-1B22-3FDC-C51C-3C6743AF2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3DE0FA-CB24-388B-1220-2810BA42B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4762CB-2F53-B2BD-40D8-E81867E57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DF239-3FC3-416E-B12D-9B8A601CDA3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D54F68-3933-35A0-30F5-3B75D6709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74F64B-EEAB-5110-44AE-EEAFEDBE6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6DDCA-EEC7-43FF-BAA2-A6E4F5D73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423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A5A33-C377-853C-16AE-BF8A760F1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118268-CBCC-C8B7-A23B-726986C4ED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2FB46-617F-2B66-FBAB-B19E08234A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233E6-0ABF-AFAA-48AC-C41420837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DF239-3FC3-416E-B12D-9B8A601CDA3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4C22B-5ED2-1902-5462-D741BD86C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E53AE1-A6C7-A88F-8B29-5CC20B3AA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6DDCA-EEC7-43FF-BAA2-A6E4F5D73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557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EE3ED-CFBC-6961-1D01-1D3D89154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A6805F-248C-29AD-DD2A-F836F064B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84FD0-7ABF-5B4C-C79E-A130401FB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DF239-3FC3-416E-B12D-9B8A601CDA3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0F860-A77F-9E6D-DB87-598B7373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C891D-30FB-62C9-4640-A1324C7DB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6DDCA-EEC7-43FF-BAA2-A6E4F5D73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7392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F47DB5-B3CA-F16F-610C-E7F517E150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A6F5C-021D-52B3-8ED3-C9B5AEFA2C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C6344-27E3-C602-8A15-88CA3ABD2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DF239-3FC3-416E-B12D-9B8A601CDA3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63624-1842-8E91-DABA-D6290C9D2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5317D-B204-2B0C-A982-39F34547E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6DDCA-EEC7-43FF-BAA2-A6E4F5D73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333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A89C14-9BBC-4B1C-D494-8E0226A88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3417A-8864-2FA2-2685-73F853604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3213A-212F-B61F-D832-F3975DDD8D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DF239-3FC3-416E-B12D-9B8A601CDA3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59631-CE6C-E049-0559-A46F956F1A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8673B-C273-EB48-0DA8-A5EBAB1E8F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56DDCA-EEC7-43FF-BAA2-A6E4F5D73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190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A91BA-8EF0-C8C7-4C18-DC59EF4F3F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DDDB9E-C3A9-D27A-E840-5231FEBE65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FC56035-5CC6-1721-E34A-2794B3BCF1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1710" y="3390894"/>
            <a:ext cx="28579" cy="7621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F917F6B-4D1D-2BBB-075D-DEFB6CEA8B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3685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558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95616-C1D9-C1A0-DFCE-8687E6997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E788F-5FCD-C8FE-49C9-DBFE65209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A25FA9-068E-BFE3-9492-184859C20E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0040" y="-415668"/>
            <a:ext cx="12832080" cy="7273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278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803A0-C41E-A19E-C371-26AB9F269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02E49-93ED-D79B-DE55-A3BF4F335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6C6B3B-AA5D-00E4-6111-B30DA9C048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082326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595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BB10A-247B-CF0E-7827-E55AD4EE7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EFDDD-E072-A0B3-5384-E6FD92321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E2C71E-5945-D19F-DE08-10AF965950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2" y="0"/>
            <a:ext cx="113133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855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5B38B-1143-E863-A012-490B4F418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E2D6B-A14E-B661-9368-F9778AF79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F8D0FC-71F9-8DDA-0470-3A6F83FC69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0999" y="0"/>
            <a:ext cx="1257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675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3B546-FE5E-D4D1-DF82-CDB045141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D111A-08D9-3F74-8659-48D9EB3E6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4306D5-7C3C-99AE-8371-8992F23847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28" y="104311"/>
            <a:ext cx="12033744" cy="664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473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9CAC3-9BBB-1D45-E086-C68F7A907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F3205-0A1F-A59A-4C65-5077FC1E7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816DFE-493D-BE94-778A-049B8AA898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9052" y="10551"/>
            <a:ext cx="12381052" cy="684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106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bhargava raja</dc:creator>
  <cp:lastModifiedBy>bhargava raja</cp:lastModifiedBy>
  <cp:revision>1</cp:revision>
  <dcterms:created xsi:type="dcterms:W3CDTF">2025-11-08T07:33:03Z</dcterms:created>
  <dcterms:modified xsi:type="dcterms:W3CDTF">2025-11-08T07:37:16Z</dcterms:modified>
</cp:coreProperties>
</file>